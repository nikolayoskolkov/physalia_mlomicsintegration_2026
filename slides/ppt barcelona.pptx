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0"/>
  </p:notesMasterIdLst>
  <p:handoutMasterIdLst>
    <p:handoutMasterId r:id="rId11"/>
  </p:handoutMasterIdLst>
  <p:sldIdLst>
    <p:sldId id="270" r:id="rId5"/>
    <p:sldId id="261" r:id="rId6"/>
    <p:sldId id="742" r:id="rId7"/>
    <p:sldId id="741" r:id="rId8"/>
    <p:sldId id="743" r:id="rId9"/>
  </p:sldIdLst>
  <p:sldSz cx="12192000" cy="6858000"/>
  <p:notesSz cx="6858000" cy="9144000"/>
  <p:defaultTextStyle>
    <a:defPPr rtl="0"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3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hor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0D84"/>
    <a:srgbClr val="F2A8D0"/>
    <a:srgbClr val="F8F8F8"/>
    <a:srgbClr val="F7F7F7"/>
    <a:srgbClr val="E6E6E6"/>
    <a:srgbClr val="1C1E26"/>
    <a:srgbClr val="303342"/>
    <a:srgbClr val="485F74"/>
    <a:srgbClr val="354655"/>
    <a:srgbClr val="C8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584" autoAdjust="0"/>
  </p:normalViewPr>
  <p:slideViewPr>
    <p:cSldViewPr snapToGrid="0">
      <p:cViewPr varScale="1">
        <p:scale>
          <a:sx n="96" d="100"/>
          <a:sy n="96" d="100"/>
        </p:scale>
        <p:origin x="1152" y="312"/>
      </p:cViewPr>
      <p:guideLst>
        <p:guide orient="horz" pos="2160"/>
        <p:guide pos="3840"/>
      </p:guideLst>
    </p:cSldViewPr>
  </p:slideViewPr>
  <p:outlineViewPr>
    <p:cViewPr>
      <p:scale>
        <a:sx n="75" d="100"/>
        <a:sy n="75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144264"/>
    </p:cViewPr>
  </p:sorterViewPr>
  <p:notesViewPr>
    <p:cSldViewPr snapToGrid="0">
      <p:cViewPr varScale="1">
        <p:scale>
          <a:sx n="96" d="100"/>
          <a:sy n="96" d="100"/>
        </p:scale>
        <p:origin x="289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6CA75C0-2B52-46CE-9AF3-EF6CBA4B0D70}" type="doc">
      <dgm:prSet loTypeId="urn:microsoft.com/office/officeart/2005/8/layout/arrow5" loCatId="relationship" qsTypeId="urn:microsoft.com/office/officeart/2005/8/quickstyle/simple3" qsCatId="simple" csTypeId="urn:microsoft.com/office/officeart/2005/8/colors/colorful1#1" csCatId="colorful" phldr="1"/>
      <dgm:spPr/>
      <dgm:t>
        <a:bodyPr/>
        <a:lstStyle/>
        <a:p>
          <a:endParaRPr lang="en-US"/>
        </a:p>
      </dgm:t>
    </dgm:pt>
    <dgm:pt modelId="{427501AB-7BA0-49BE-B8F3-17E8575222FF}">
      <dgm:prSet/>
      <dgm:spPr/>
      <dgm:t>
        <a:bodyPr/>
        <a:lstStyle/>
        <a:p>
          <a:r>
            <a:rPr lang="it-IT" dirty="0"/>
            <a:t>Your Name</a:t>
          </a:r>
          <a:endParaRPr lang="en-US" dirty="0"/>
        </a:p>
      </dgm:t>
    </dgm:pt>
    <dgm:pt modelId="{0E5090CE-97AA-48F9-AC5A-86775F47FC7C}" type="parTrans" cxnId="{A9580820-A1EF-45DE-B2C7-1A75C87F8A4D}">
      <dgm:prSet/>
      <dgm:spPr/>
      <dgm:t>
        <a:bodyPr/>
        <a:lstStyle/>
        <a:p>
          <a:endParaRPr lang="en-US"/>
        </a:p>
      </dgm:t>
    </dgm:pt>
    <dgm:pt modelId="{A103E250-E3F7-486C-AD50-A02109F03603}" type="sibTrans" cxnId="{A9580820-A1EF-45DE-B2C7-1A75C87F8A4D}">
      <dgm:prSet/>
      <dgm:spPr/>
      <dgm:t>
        <a:bodyPr/>
        <a:lstStyle/>
        <a:p>
          <a:endParaRPr lang="en-US"/>
        </a:p>
      </dgm:t>
    </dgm:pt>
    <dgm:pt modelId="{81998568-F55E-42B9-8270-6A73624D4F58}">
      <dgm:prSet/>
      <dgm:spPr/>
      <dgm:t>
        <a:bodyPr/>
        <a:lstStyle/>
        <a:p>
          <a:r>
            <a:rPr lang="it-IT" dirty="0"/>
            <a:t>Your Research Institute</a:t>
          </a:r>
          <a:endParaRPr lang="en-US" dirty="0"/>
        </a:p>
      </dgm:t>
    </dgm:pt>
    <dgm:pt modelId="{E597920A-BE28-4C50-8395-FD6EF3DE1E2E}" type="parTrans" cxnId="{51FDA8D3-5E6A-465C-BAF1-38EE9532F6C1}">
      <dgm:prSet/>
      <dgm:spPr/>
      <dgm:t>
        <a:bodyPr/>
        <a:lstStyle/>
        <a:p>
          <a:endParaRPr lang="en-US"/>
        </a:p>
      </dgm:t>
    </dgm:pt>
    <dgm:pt modelId="{C36C8EAB-1645-4C2B-9099-AF890298C545}" type="sibTrans" cxnId="{51FDA8D3-5E6A-465C-BAF1-38EE9532F6C1}">
      <dgm:prSet/>
      <dgm:spPr/>
      <dgm:t>
        <a:bodyPr/>
        <a:lstStyle/>
        <a:p>
          <a:endParaRPr lang="en-US"/>
        </a:p>
      </dgm:t>
    </dgm:pt>
    <dgm:pt modelId="{DE25EAEA-AD66-46BB-88D2-553EB7530483}">
      <dgm:prSet/>
      <dgm:spPr/>
      <dgm:t>
        <a:bodyPr/>
        <a:lstStyle/>
        <a:p>
          <a:r>
            <a:rPr lang="it-IT" dirty="0" err="1"/>
            <a:t>Why</a:t>
          </a:r>
          <a:r>
            <a:rPr lang="it-IT" dirty="0"/>
            <a:t> </a:t>
          </a:r>
          <a:r>
            <a:rPr lang="it-IT" dirty="0" err="1"/>
            <a:t>this</a:t>
          </a:r>
          <a:r>
            <a:rPr lang="it-IT" dirty="0"/>
            <a:t> </a:t>
          </a:r>
          <a:r>
            <a:rPr lang="it-IT" dirty="0" err="1"/>
            <a:t>course</a:t>
          </a:r>
          <a:r>
            <a:rPr lang="it-IT" dirty="0"/>
            <a:t>?</a:t>
          </a:r>
          <a:endParaRPr lang="en-US" dirty="0"/>
        </a:p>
      </dgm:t>
    </dgm:pt>
    <dgm:pt modelId="{3446EF8A-496B-417A-A53C-2B5207ECCF02}" type="parTrans" cxnId="{C7A27FF5-45F8-4460-971D-5C69296C7D8C}">
      <dgm:prSet/>
      <dgm:spPr/>
      <dgm:t>
        <a:bodyPr/>
        <a:lstStyle/>
        <a:p>
          <a:endParaRPr lang="en-US"/>
        </a:p>
      </dgm:t>
    </dgm:pt>
    <dgm:pt modelId="{C529A85A-1BB8-46E5-A8AE-7D98E05A9884}" type="sibTrans" cxnId="{C7A27FF5-45F8-4460-971D-5C69296C7D8C}">
      <dgm:prSet/>
      <dgm:spPr/>
      <dgm:t>
        <a:bodyPr/>
        <a:lstStyle/>
        <a:p>
          <a:endParaRPr lang="en-US"/>
        </a:p>
      </dgm:t>
    </dgm:pt>
    <dgm:pt modelId="{F540106F-A716-4C72-9BDD-61EB812504E9}" type="pres">
      <dgm:prSet presAssocID="{76CA75C0-2B52-46CE-9AF3-EF6CBA4B0D70}" presName="diagram" presStyleCnt="0">
        <dgm:presLayoutVars>
          <dgm:dir/>
          <dgm:resizeHandles val="exact"/>
        </dgm:presLayoutVars>
      </dgm:prSet>
      <dgm:spPr/>
    </dgm:pt>
    <dgm:pt modelId="{CC7147D7-5BC4-4978-B62D-25F9308C5C33}" type="pres">
      <dgm:prSet presAssocID="{427501AB-7BA0-49BE-B8F3-17E8575222FF}" presName="arrow" presStyleLbl="node1" presStyleIdx="0" presStyleCnt="3">
        <dgm:presLayoutVars>
          <dgm:bulletEnabled val="1"/>
        </dgm:presLayoutVars>
      </dgm:prSet>
      <dgm:spPr/>
    </dgm:pt>
    <dgm:pt modelId="{3DC55D68-575A-463D-A2B2-4EDCE7322DD0}" type="pres">
      <dgm:prSet presAssocID="{81998568-F55E-42B9-8270-6A73624D4F58}" presName="arrow" presStyleLbl="node1" presStyleIdx="1" presStyleCnt="3">
        <dgm:presLayoutVars>
          <dgm:bulletEnabled val="1"/>
        </dgm:presLayoutVars>
      </dgm:prSet>
      <dgm:spPr/>
    </dgm:pt>
    <dgm:pt modelId="{D87272E2-1B12-49EB-A759-E9E02D66765F}" type="pres">
      <dgm:prSet presAssocID="{DE25EAEA-AD66-46BB-88D2-553EB7530483}" presName="arrow" presStyleLbl="node1" presStyleIdx="2" presStyleCnt="3">
        <dgm:presLayoutVars>
          <dgm:bulletEnabled val="1"/>
        </dgm:presLayoutVars>
      </dgm:prSet>
      <dgm:spPr/>
    </dgm:pt>
  </dgm:ptLst>
  <dgm:cxnLst>
    <dgm:cxn modelId="{A9580820-A1EF-45DE-B2C7-1A75C87F8A4D}" srcId="{76CA75C0-2B52-46CE-9AF3-EF6CBA4B0D70}" destId="{427501AB-7BA0-49BE-B8F3-17E8575222FF}" srcOrd="0" destOrd="0" parTransId="{0E5090CE-97AA-48F9-AC5A-86775F47FC7C}" sibTransId="{A103E250-E3F7-486C-AD50-A02109F03603}"/>
    <dgm:cxn modelId="{28BE2139-3448-4A3F-B77C-1E7404A6361D}" type="presOf" srcId="{427501AB-7BA0-49BE-B8F3-17E8575222FF}" destId="{CC7147D7-5BC4-4978-B62D-25F9308C5C33}" srcOrd="0" destOrd="0" presId="urn:microsoft.com/office/officeart/2005/8/layout/arrow5"/>
    <dgm:cxn modelId="{A467969F-5019-47B3-BDDB-0FC4359DB561}" type="presOf" srcId="{81998568-F55E-42B9-8270-6A73624D4F58}" destId="{3DC55D68-575A-463D-A2B2-4EDCE7322DD0}" srcOrd="0" destOrd="0" presId="urn:microsoft.com/office/officeart/2005/8/layout/arrow5"/>
    <dgm:cxn modelId="{51FDA8D3-5E6A-465C-BAF1-38EE9532F6C1}" srcId="{76CA75C0-2B52-46CE-9AF3-EF6CBA4B0D70}" destId="{81998568-F55E-42B9-8270-6A73624D4F58}" srcOrd="1" destOrd="0" parTransId="{E597920A-BE28-4C50-8395-FD6EF3DE1E2E}" sibTransId="{C36C8EAB-1645-4C2B-9099-AF890298C545}"/>
    <dgm:cxn modelId="{A6BD5AE8-78DD-4CFE-B801-EF4E40FEB8FE}" type="presOf" srcId="{DE25EAEA-AD66-46BB-88D2-553EB7530483}" destId="{D87272E2-1B12-49EB-A759-E9E02D66765F}" srcOrd="0" destOrd="0" presId="urn:microsoft.com/office/officeart/2005/8/layout/arrow5"/>
    <dgm:cxn modelId="{C7A27FF5-45F8-4460-971D-5C69296C7D8C}" srcId="{76CA75C0-2B52-46CE-9AF3-EF6CBA4B0D70}" destId="{DE25EAEA-AD66-46BB-88D2-553EB7530483}" srcOrd="2" destOrd="0" parTransId="{3446EF8A-496B-417A-A53C-2B5207ECCF02}" sibTransId="{C529A85A-1BB8-46E5-A8AE-7D98E05A9884}"/>
    <dgm:cxn modelId="{F8649AFA-B370-4E12-A989-1DEC076B7353}" type="presOf" srcId="{76CA75C0-2B52-46CE-9AF3-EF6CBA4B0D70}" destId="{F540106F-A716-4C72-9BDD-61EB812504E9}" srcOrd="0" destOrd="0" presId="urn:microsoft.com/office/officeart/2005/8/layout/arrow5"/>
    <dgm:cxn modelId="{B06E90D6-F64C-477A-909E-CA41402024CD}" type="presParOf" srcId="{F540106F-A716-4C72-9BDD-61EB812504E9}" destId="{CC7147D7-5BC4-4978-B62D-25F9308C5C33}" srcOrd="0" destOrd="0" presId="urn:microsoft.com/office/officeart/2005/8/layout/arrow5"/>
    <dgm:cxn modelId="{A9278C5B-C1F1-4414-935B-1C64172CC1D5}" type="presParOf" srcId="{F540106F-A716-4C72-9BDD-61EB812504E9}" destId="{3DC55D68-575A-463D-A2B2-4EDCE7322DD0}" srcOrd="1" destOrd="0" presId="urn:microsoft.com/office/officeart/2005/8/layout/arrow5"/>
    <dgm:cxn modelId="{61DF5065-7C5F-4DC2-BAC1-479CDB47D9A1}" type="presParOf" srcId="{F540106F-A716-4C72-9BDD-61EB812504E9}" destId="{D87272E2-1B12-49EB-A759-E9E02D66765F}" srcOrd="2" destOrd="0" presId="urn:microsoft.com/office/officeart/2005/8/layout/arrow5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7147D7-5BC4-4978-B62D-25F9308C5C33}">
      <dsp:nvSpPr>
        <dsp:cNvPr id="0" name=""/>
        <dsp:cNvSpPr/>
      </dsp:nvSpPr>
      <dsp:spPr>
        <a:xfrm>
          <a:off x="1182735" y="587194"/>
          <a:ext cx="2046627" cy="2046627"/>
        </a:xfrm>
        <a:prstGeom prst="downArrow">
          <a:avLst>
            <a:gd name="adj1" fmla="val 50000"/>
            <a:gd name="adj2" fmla="val 35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35128" tIns="135128" rIns="135128" bIns="135128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900" kern="1200" dirty="0"/>
            <a:t>Your Name</a:t>
          </a:r>
          <a:endParaRPr lang="en-US" sz="1900" kern="1200" dirty="0"/>
        </a:p>
      </dsp:txBody>
      <dsp:txXfrm>
        <a:off x="1694392" y="587194"/>
        <a:ext cx="1023313" cy="1688467"/>
      </dsp:txXfrm>
    </dsp:sp>
    <dsp:sp modelId="{3DC55D68-575A-463D-A2B2-4EDCE7322DD0}">
      <dsp:nvSpPr>
        <dsp:cNvPr id="0" name=""/>
        <dsp:cNvSpPr/>
      </dsp:nvSpPr>
      <dsp:spPr>
        <a:xfrm rot="7200000">
          <a:off x="2365299" y="2635455"/>
          <a:ext cx="2046627" cy="2046627"/>
        </a:xfrm>
        <a:prstGeom prst="downArrow">
          <a:avLst>
            <a:gd name="adj1" fmla="val 50000"/>
            <a:gd name="adj2" fmla="val 35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35128" tIns="135128" rIns="135128" bIns="135128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900" kern="1200" dirty="0"/>
            <a:t>Your Research Institute</a:t>
          </a:r>
          <a:endParaRPr lang="en-US" sz="1900" kern="1200" dirty="0"/>
        </a:p>
      </dsp:txBody>
      <dsp:txXfrm rot="-5400000">
        <a:off x="2699467" y="3236652"/>
        <a:ext cx="1688467" cy="1023313"/>
      </dsp:txXfrm>
    </dsp:sp>
    <dsp:sp modelId="{D87272E2-1B12-49EB-A759-E9E02D66765F}">
      <dsp:nvSpPr>
        <dsp:cNvPr id="0" name=""/>
        <dsp:cNvSpPr/>
      </dsp:nvSpPr>
      <dsp:spPr>
        <a:xfrm rot="14400000">
          <a:off x="171" y="2635455"/>
          <a:ext cx="2046627" cy="2046627"/>
        </a:xfrm>
        <a:prstGeom prst="downArrow">
          <a:avLst>
            <a:gd name="adj1" fmla="val 50000"/>
            <a:gd name="adj2" fmla="val 35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35128" tIns="135128" rIns="135128" bIns="135128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900" kern="1200" dirty="0" err="1"/>
            <a:t>Why</a:t>
          </a:r>
          <a:r>
            <a:rPr lang="it-IT" sz="1900" kern="1200" dirty="0"/>
            <a:t> </a:t>
          </a:r>
          <a:r>
            <a:rPr lang="it-IT" sz="1900" kern="1200" dirty="0" err="1"/>
            <a:t>this</a:t>
          </a:r>
          <a:r>
            <a:rPr lang="it-IT" sz="1900" kern="1200" dirty="0"/>
            <a:t> </a:t>
          </a:r>
          <a:r>
            <a:rPr lang="it-IT" sz="1900" kern="1200" dirty="0" err="1"/>
            <a:t>course</a:t>
          </a:r>
          <a:r>
            <a:rPr lang="it-IT" sz="1900" kern="1200" dirty="0"/>
            <a:t>?</a:t>
          </a:r>
          <a:endParaRPr lang="en-US" sz="1900" kern="1200" dirty="0"/>
        </a:p>
      </dsp:txBody>
      <dsp:txXfrm rot="5400000">
        <a:off x="24163" y="3236652"/>
        <a:ext cx="1688467" cy="102331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arrow5">
  <dgm:title val=""/>
  <dgm:desc val=""/>
  <dgm:catLst>
    <dgm:cat type="relationship" pri="6000"/>
    <dgm:cat type="process" pri="3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ch" ptType="node" func="cnt" op="equ" val="2">
        <dgm:choose name="Name2">
          <dgm:if name="Name3" func="var" arg="dir" op="equ" val="norm">
            <dgm:alg type="cycle">
              <dgm:param type="rotPath" val="alongPath"/>
              <dgm:param type="stAng" val="270"/>
            </dgm:alg>
          </dgm:if>
          <dgm:else name="Name4">
            <dgm:alg type="cycle">
              <dgm:param type="rotPath" val="alongPath"/>
              <dgm:param type="stAng" val="90"/>
              <dgm:param type="spanAng" val="-360"/>
            </dgm:alg>
          </dgm:else>
        </dgm:choose>
      </dgm:if>
      <dgm:else name="Name5">
        <dgm:choose name="Name6">
          <dgm:if name="Name7" func="var" arg="dir" op="equ" val="norm">
            <dgm:alg type="cycle">
              <dgm:param type="rotPath" val="alongPath"/>
            </dgm:alg>
          </dgm:if>
          <dgm:else name="Name8">
            <dgm:alg type="cycle">
              <dgm:param type="rotPath" val="alongPath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lte" val="2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0.1"/>
          <dgm:constr type="sibSp" refType="h" op="lte" fact="0.1"/>
          <dgm:constr type="diam" refType="w" refFor="ch" refPtType="node" op="equ" fact="1.1"/>
        </dgm:constrLst>
      </dgm:if>
      <dgm:if name="Name11" axis="ch" ptType="node" func="cnt" op="equ" val="5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2"/>
          <dgm:constr type="sibSp" refType="h" op="lte" fact="0.1"/>
        </dgm:constrLst>
      </dgm:if>
      <dgm:if name="Name12" axis="ch" ptType="node" func="cnt" op="equ" val="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3" axis="ch" ptType="node" func="cnt" op="equ" val="7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4" axis="ch" ptType="node" func="cnt" op="equ" val="8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/>
          <dgm:constr type="sibSp" refType="h" op="lte" fact="0.1"/>
        </dgm:constrLst>
      </dgm:if>
      <dgm:if name="Name15" axis="ch" ptType="node" func="cnt" op="gte" val="9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else name="Name1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35"/>
        </dgm:constrLst>
      </dgm:else>
    </dgm:choose>
    <dgm:ruleLst/>
    <dgm:forEach name="Name17" axis="ch" ptType="node">
      <dgm:layoutNode name="arrow">
        <dgm:varLst>
          <dgm:bulletEnabled val="1"/>
        </dgm:varLst>
        <dgm:alg type="tx"/>
        <dgm:shape xmlns:r="http://schemas.openxmlformats.org/officeDocument/2006/relationships" type="downArrow" r:blip="">
          <dgm:adjLst>
            <dgm:adj idx="2" val="0.35"/>
          </dgm:adjLst>
        </dgm:shape>
        <dgm:presOf axis="desOrSelf" ptType="node"/>
        <dgm:constrLst/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61421010-3731-422F-8CF1-CD47B2D7C9F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2656080-143A-4905-932A-5C7754887AB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CFC69EE9-09EB-4F3C-92DE-6F7E7CFE8FA3}" type="datetime1">
              <a:rPr lang="de-DE" smtClean="0"/>
              <a:t>14.12.2025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6359276-DB8D-43B4-8029-4A695209B90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E29EE0F-113C-45AB-9877-4A16FFA6A9C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EDB89D3-056A-4F4C-8125-EA712628954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3182789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de-DE" noProof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3EC092-FEBE-456A-8141-3D5FFEF2E387}" type="datetime1">
              <a:rPr lang="de-DE" smtClean="0"/>
              <a:pPr/>
              <a:t>14.12.2025</a:t>
            </a:fld>
            <a:endParaRPr 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de-DE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de-DE" noProof="0"/>
              <a:t>Textmasterformate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de-DE" noProof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7F220CB7-DCA5-4E5B-97F1-300CDD8D2AAB}" type="slidenum">
              <a:rPr lang="de-DE" noProof="0" smtClean="0"/>
              <a:t>‹Nr.›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326718327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7F220CB7-DCA5-4E5B-97F1-300CDD8D2AAB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194570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7F220CB7-DCA5-4E5B-97F1-300CDD8D2AAB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866367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7F220CB7-DCA5-4E5B-97F1-300CDD8D2AAB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763707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30449C-EFB2-3B6C-EDD7-2348776BD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B685F9CE-F02F-30FD-20A0-D1A4A2149E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C23D082E-7C25-1D8A-1784-4F9EACBB5D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46DAC0A-CB3B-299D-F692-DA868ED649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7F220CB7-DCA5-4E5B-97F1-300CDD8D2AAB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993935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r>
              <a:rPr lang="de-DE" noProof="0"/>
              <a:t>Bild hierhin ziehen und ablegen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AB8A1A3-5BFE-4E68-81F1-F52462776C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de-DE" noProof="0"/>
              <a:t>Titelmasterformat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31114696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6BA1EF1-BFC9-4361-B215-2D83B16ABB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de-DE" noProof="0"/>
              <a:t>Titelmasterformat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37167099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4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 userDrawn="1"/>
        </p:nvSpPr>
        <p:spPr>
          <a:xfrm>
            <a:off x="0" y="0"/>
            <a:ext cx="12192000" cy="648788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751FFE5-84D8-43BD-9B0D-76C497F555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de-DE" noProof="0"/>
              <a:t>Titelmasterformat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30589219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0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/>
          <p:cNvSpPr/>
          <p:nvPr userDrawn="1"/>
        </p:nvSpPr>
        <p:spPr>
          <a:xfrm>
            <a:off x="0" y="1428299"/>
            <a:ext cx="1711234" cy="44369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9FB4FFF-4547-4B6C-9BF5-9A495C2110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de-DE" noProof="0"/>
              <a:t>Titelmasterformat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41832539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uppieren 14"/>
          <p:cNvGrpSpPr/>
          <p:nvPr userDrawn="1"/>
        </p:nvGrpSpPr>
        <p:grpSpPr>
          <a:xfrm rot="10800000">
            <a:off x="11858328" y="148422"/>
            <a:ext cx="332874" cy="590718"/>
            <a:chOff x="10026" y="148425"/>
            <a:chExt cx="332874" cy="590718"/>
          </a:xfrm>
        </p:grpSpPr>
        <p:sp>
          <p:nvSpPr>
            <p:cNvPr id="16" name="Rechteck 15"/>
            <p:cNvSpPr/>
            <p:nvPr/>
          </p:nvSpPr>
          <p:spPr>
            <a:xfrm>
              <a:off x="10026" y="148428"/>
              <a:ext cx="203334" cy="590715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de-DE" noProof="0"/>
            </a:p>
          </p:txBody>
        </p:sp>
        <p:sp>
          <p:nvSpPr>
            <p:cNvPr id="17" name="Rechteck 16"/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de-DE" noProof="0"/>
            </a:p>
          </p:txBody>
        </p:sp>
      </p:grpSp>
      <p:sp>
        <p:nvSpPr>
          <p:cNvPr id="2" name="Rechteck 1"/>
          <p:cNvSpPr/>
          <p:nvPr userDrawn="1"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E6E6E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/>
          </a:p>
        </p:txBody>
      </p:sp>
      <p:sp>
        <p:nvSpPr>
          <p:cNvPr id="12" name="Textfeld 11"/>
          <p:cNvSpPr txBox="1"/>
          <p:nvPr userDrawn="1"/>
        </p:nvSpPr>
        <p:spPr>
          <a:xfrm>
            <a:off x="11292841" y="6528300"/>
            <a:ext cx="799412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 rtl="0"/>
            <a:fld id="{260E2A6B-A809-4840-BF14-8648BC0BDF87}" type="slidenum">
              <a:rPr lang="de-DE" sz="1200" b="0" i="0" strike="noStrike" spc="0" noProof="0" smtClean="0">
                <a:solidFill>
                  <a:schemeClr val="accent1"/>
                </a:solidFill>
                <a:latin typeface="+mn-lt"/>
                <a:ea typeface="Roboto Condensed Light" panose="02000000000000000000" pitchFamily="2" charset="0"/>
                <a:cs typeface="Segoe UI Light" panose="020B0502040204020203" pitchFamily="34" charset="0"/>
              </a:rPr>
              <a:pPr algn="r" rtl="0"/>
              <a:t>‹Nr.›</a:t>
            </a:fld>
            <a:endParaRPr lang="de-DE" sz="8000" b="0" i="0" strike="noStrike" spc="0" noProof="0">
              <a:solidFill>
                <a:schemeClr val="accent1"/>
              </a:solidFill>
              <a:latin typeface="+mn-lt"/>
              <a:ea typeface="Roboto Condensed Light" panose="02000000000000000000" pitchFamily="2" charset="0"/>
              <a:cs typeface="Segoe UI Light" panose="020B0502040204020203" pitchFamily="34" charset="0"/>
            </a:endParaRPr>
          </a:p>
        </p:txBody>
      </p:sp>
      <p:sp>
        <p:nvSpPr>
          <p:cNvPr id="9" name="Textfeld 8"/>
          <p:cNvSpPr txBox="1"/>
          <p:nvPr userDrawn="1"/>
        </p:nvSpPr>
        <p:spPr>
          <a:xfrm>
            <a:off x="68580" y="6528300"/>
            <a:ext cx="16843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/>
            <a:r>
              <a:rPr lang="de-DE" sz="1200" b="1" noProof="0">
                <a:solidFill>
                  <a:schemeClr val="accent1"/>
                </a:solidFill>
                <a:latin typeface="+mn-lt"/>
              </a:rPr>
              <a:t>Ihr Coffee-Shop</a:t>
            </a:r>
          </a:p>
        </p:txBody>
      </p:sp>
    </p:spTree>
    <p:extLst>
      <p:ext uri="{BB962C8B-B14F-4D97-AF65-F5344CB8AC3E}">
        <p14:creationId xmlns:p14="http://schemas.microsoft.com/office/powerpoint/2010/main" val="3008118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2" r:id="rId2"/>
    <p:sldLayoutId id="2147483781" r:id="rId3"/>
    <p:sldLayoutId id="214748369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1.xml"/><Relationship Id="rId3" Type="http://schemas.openxmlformats.org/officeDocument/2006/relationships/image" Target="../media/image5.png"/><Relationship Id="rId7" Type="http://schemas.openxmlformats.org/officeDocument/2006/relationships/diagramLayout" Target="../diagrams/layou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diagramData" Target="../diagrams/data1.xml"/><Relationship Id="rId5" Type="http://schemas.openxmlformats.org/officeDocument/2006/relationships/image" Target="../media/image7.jpeg"/><Relationship Id="rId10" Type="http://schemas.microsoft.com/office/2007/relationships/diagramDrawing" Target="../diagrams/drawing1.xml"/><Relationship Id="rId4" Type="http://schemas.openxmlformats.org/officeDocument/2006/relationships/image" Target="../media/image6.jpg"/><Relationship Id="rId9" Type="http://schemas.openxmlformats.org/officeDocument/2006/relationships/diagramColors" Target="../diagrams/colors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2" y="0"/>
            <a:ext cx="12192002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/>
          </a:p>
        </p:txBody>
      </p:sp>
      <p:pic>
        <p:nvPicPr>
          <p:cNvPr id="2" name="Bildplatzhalter 1" descr="Café-Grafik und -Symbole"/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  <p:sp>
        <p:nvSpPr>
          <p:cNvPr id="11" name="Titel 10" hidden="1">
            <a:extLst>
              <a:ext uri="{FF2B5EF4-FFF2-40B4-BE49-F238E27FC236}">
                <a16:creationId xmlns:a16="http://schemas.microsoft.com/office/drawing/2014/main" id="{B825F879-7327-49C3-8A45-B7A226CC3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de-DE"/>
              <a:t>Folie 1</a:t>
            </a:r>
          </a:p>
        </p:txBody>
      </p:sp>
      <p:sp>
        <p:nvSpPr>
          <p:cNvPr id="6" name="Rechteck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alpha val="9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/>
          </a:p>
        </p:txBody>
      </p:sp>
      <p:sp>
        <p:nvSpPr>
          <p:cNvPr id="22" name="Textfeld 21"/>
          <p:cNvSpPr txBox="1"/>
          <p:nvPr/>
        </p:nvSpPr>
        <p:spPr>
          <a:xfrm>
            <a:off x="631175" y="4658381"/>
            <a:ext cx="10929659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latin typeface="Arial Black" panose="020B0A04020102020204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 Machine Learning for Multi-Omics Integration  </a:t>
            </a:r>
          </a:p>
          <a:p>
            <a:pPr algn="ctr"/>
            <a:r>
              <a:rPr lang="en-US" b="1" dirty="0">
                <a:solidFill>
                  <a:srgbClr val="E60D84"/>
                </a:solidFill>
                <a:latin typeface="Arial Black" panose="020B0A04020102020204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University of Barcelona (Spain),  15-17 December 2025</a:t>
            </a:r>
            <a:endParaRPr lang="de-DE" b="1" dirty="0">
              <a:solidFill>
                <a:srgbClr val="E60D84"/>
              </a:solidFill>
              <a:latin typeface="Arial Black" panose="020B0A04020102020204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23" name="Textfeld 22"/>
          <p:cNvSpPr txBox="1"/>
          <p:nvPr/>
        </p:nvSpPr>
        <p:spPr>
          <a:xfrm>
            <a:off x="3890174" y="6423298"/>
            <a:ext cx="44116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rtl="0"/>
            <a:r>
              <a:rPr lang="de-DE" sz="1600" spc="600" dirty="0">
                <a:solidFill>
                  <a:schemeClr val="bg1"/>
                </a:solidFill>
                <a:latin typeface="Arial" panose="020B0604020202020204" pitchFamily="34" charset="0"/>
                <a:ea typeface="Lato" panose="020F0502020204030203" pitchFamily="34" charset="0"/>
                <a:cs typeface="Arial" panose="020B0604020202020204" pitchFamily="34" charset="0"/>
              </a:rPr>
              <a:t>www.physalia-courses.org</a:t>
            </a:r>
          </a:p>
        </p:txBody>
      </p:sp>
      <p:pic>
        <p:nvPicPr>
          <p:cNvPr id="3" name="Picture 7">
            <a:extLst>
              <a:ext uri="{FF2B5EF4-FFF2-40B4-BE49-F238E27FC236}">
                <a16:creationId xmlns:a16="http://schemas.microsoft.com/office/drawing/2014/main" id="{8AEC295B-7594-01BB-52C3-0CDC9B2456B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856" t="20592" r="19177" b="20671"/>
          <a:stretch>
            <a:fillRect/>
          </a:stretch>
        </p:blipFill>
        <p:spPr>
          <a:xfrm>
            <a:off x="3368179" y="0"/>
            <a:ext cx="6050785" cy="4377260"/>
          </a:xfrm>
          <a:custGeom>
            <a:avLst/>
            <a:gdLst/>
            <a:ahLst/>
            <a:cxnLst/>
            <a:rect l="l" t="t" r="r" b="b"/>
            <a:pathLst>
              <a:path w="2833631" h="2677010">
                <a:moveTo>
                  <a:pt x="49418" y="0"/>
                </a:moveTo>
                <a:lnTo>
                  <a:pt x="2784213" y="0"/>
                </a:lnTo>
                <a:cubicBezTo>
                  <a:pt x="2811506" y="0"/>
                  <a:pt x="2833631" y="22125"/>
                  <a:pt x="2833631" y="49418"/>
                </a:cubicBezTo>
                <a:lnTo>
                  <a:pt x="2833631" y="2627592"/>
                </a:lnTo>
                <a:cubicBezTo>
                  <a:pt x="2833631" y="2654885"/>
                  <a:pt x="2811506" y="2677010"/>
                  <a:pt x="2784213" y="2677010"/>
                </a:cubicBezTo>
                <a:lnTo>
                  <a:pt x="49418" y="2677010"/>
                </a:lnTo>
                <a:cubicBezTo>
                  <a:pt x="22125" y="2677010"/>
                  <a:pt x="0" y="2654885"/>
                  <a:pt x="0" y="2627592"/>
                </a:cubicBezTo>
                <a:lnTo>
                  <a:pt x="0" y="49418"/>
                </a:lnTo>
                <a:cubicBezTo>
                  <a:pt x="0" y="22125"/>
                  <a:pt x="22125" y="0"/>
                  <a:pt x="49418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372233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 hidden="1">
            <a:extLst>
              <a:ext uri="{FF2B5EF4-FFF2-40B4-BE49-F238E27FC236}">
                <a16:creationId xmlns:a16="http://schemas.microsoft.com/office/drawing/2014/main" id="{B99C03C8-BF33-4C27-9832-97127EEB1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de-DE"/>
              <a:t>Folie 2</a:t>
            </a:r>
          </a:p>
        </p:txBody>
      </p:sp>
      <p:pic>
        <p:nvPicPr>
          <p:cNvPr id="3" name="Segnaposto contenuto 5" descr="Immagine che contiene testo&#10;&#10;Descrizione generata automaticamente">
            <a:extLst>
              <a:ext uri="{FF2B5EF4-FFF2-40B4-BE49-F238E27FC236}">
                <a16:creationId xmlns:a16="http://schemas.microsoft.com/office/drawing/2014/main" id="{E619CB00-A4BF-98E4-FA4A-26EC963FBC21}"/>
              </a:ext>
            </a:extLst>
          </p:cNvPr>
          <p:cNvPicPr>
            <a:picLocks noGrp="1"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1" r="12754" b="5640"/>
          <a:stretch>
            <a:fillRect/>
          </a:stretch>
        </p:blipFill>
        <p:spPr>
          <a:xfrm>
            <a:off x="665921" y="0"/>
            <a:ext cx="110026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053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E2569A2B-B4F0-A893-0834-6D1AE474C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69574"/>
            <a:ext cx="12192000" cy="6927574"/>
          </a:xfrm>
          <a:prstGeom prst="rect">
            <a:avLst/>
          </a:prstGeom>
          <a:solidFill>
            <a:schemeClr val="accent3">
              <a:alpha val="9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B3FCDEC8-8EFB-DA53-570A-D507867EC23F}"/>
              </a:ext>
            </a:extLst>
          </p:cNvPr>
          <p:cNvSpPr txBox="1"/>
          <p:nvPr/>
        </p:nvSpPr>
        <p:spPr>
          <a:xfrm>
            <a:off x="381000" y="243235"/>
            <a:ext cx="6099463" cy="4959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80000"/>
              </a:lnSpc>
            </a:pPr>
            <a:r>
              <a:rPr lang="de-DE" sz="3200" dirty="0">
                <a:solidFill>
                  <a:srgbClr val="E60D84"/>
                </a:solidFill>
                <a:latin typeface="Arial Black" panose="020B0A04020102020204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INSTRUCTOR</a:t>
            </a:r>
          </a:p>
        </p:txBody>
      </p:sp>
      <p:pic>
        <p:nvPicPr>
          <p:cNvPr id="9" name="Picture 7">
            <a:extLst>
              <a:ext uri="{FF2B5EF4-FFF2-40B4-BE49-F238E27FC236}">
                <a16:creationId xmlns:a16="http://schemas.microsoft.com/office/drawing/2014/main" id="{7AB5D971-3E33-797B-DD05-03467A8B123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856" t="20592" r="19177" b="20671"/>
          <a:stretch>
            <a:fillRect/>
          </a:stretch>
        </p:blipFill>
        <p:spPr>
          <a:xfrm>
            <a:off x="9679528" y="5057083"/>
            <a:ext cx="2170776" cy="1570383"/>
          </a:xfrm>
          <a:custGeom>
            <a:avLst/>
            <a:gdLst/>
            <a:ahLst/>
            <a:cxnLst/>
            <a:rect l="l" t="t" r="r" b="b"/>
            <a:pathLst>
              <a:path w="2833631" h="2677010">
                <a:moveTo>
                  <a:pt x="49418" y="0"/>
                </a:moveTo>
                <a:lnTo>
                  <a:pt x="2784213" y="0"/>
                </a:lnTo>
                <a:cubicBezTo>
                  <a:pt x="2811506" y="0"/>
                  <a:pt x="2833631" y="22125"/>
                  <a:pt x="2833631" y="49418"/>
                </a:cubicBezTo>
                <a:lnTo>
                  <a:pt x="2833631" y="2627592"/>
                </a:lnTo>
                <a:cubicBezTo>
                  <a:pt x="2833631" y="2654885"/>
                  <a:pt x="2811506" y="2677010"/>
                  <a:pt x="2784213" y="2677010"/>
                </a:cubicBezTo>
                <a:lnTo>
                  <a:pt x="49418" y="2677010"/>
                </a:lnTo>
                <a:cubicBezTo>
                  <a:pt x="22125" y="2677010"/>
                  <a:pt x="0" y="2654885"/>
                  <a:pt x="0" y="2627592"/>
                </a:cubicBezTo>
                <a:lnTo>
                  <a:pt x="0" y="49418"/>
                </a:lnTo>
                <a:cubicBezTo>
                  <a:pt x="0" y="22125"/>
                  <a:pt x="22125" y="0"/>
                  <a:pt x="49418" y="0"/>
                </a:cubicBezTo>
                <a:close/>
              </a:path>
            </a:pathLst>
          </a:cu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33F4CC73-C45D-97FC-3C5F-3BF2DD632A45}"/>
              </a:ext>
            </a:extLst>
          </p:cNvPr>
          <p:cNvSpPr txBox="1"/>
          <p:nvPr/>
        </p:nvSpPr>
        <p:spPr>
          <a:xfrm>
            <a:off x="5359161" y="2868437"/>
            <a:ext cx="49042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3200" dirty="0">
                <a:solidFill>
                  <a:srgbClr val="E60D84"/>
                </a:solidFill>
                <a:latin typeface="Arial Black" panose="020B0A04020102020204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 Dr. Nikolay </a:t>
            </a:r>
            <a:r>
              <a:rPr lang="de-DE" sz="3200" dirty="0" err="1">
                <a:solidFill>
                  <a:srgbClr val="E60D84"/>
                </a:solidFill>
                <a:latin typeface="Arial Black" panose="020B0A04020102020204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Oskolkov</a:t>
            </a:r>
            <a:endParaRPr lang="de-DE" sz="3200" dirty="0">
              <a:solidFill>
                <a:srgbClr val="E60D84"/>
              </a:solidFill>
              <a:latin typeface="Arial Black" panose="020B0A04020102020204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39B76704-0060-A0FC-5DA6-5B3C830E63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7001318" y="3513783"/>
            <a:ext cx="161991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feld 11">
            <a:extLst>
              <a:ext uri="{FF2B5EF4-FFF2-40B4-BE49-F238E27FC236}">
                <a16:creationId xmlns:a16="http://schemas.microsoft.com/office/drawing/2014/main" id="{6EBAEAC1-69B7-B28D-720E-0FD3E6EB7361}"/>
              </a:ext>
            </a:extLst>
          </p:cNvPr>
          <p:cNvSpPr txBox="1"/>
          <p:nvPr/>
        </p:nvSpPr>
        <p:spPr>
          <a:xfrm>
            <a:off x="6096000" y="3545137"/>
            <a:ext cx="34034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chemeClr val="tx2"/>
                </a:solidFill>
                <a:latin typeface="Arial" panose="020B0604020202020204" pitchFamily="34" charset="0"/>
                <a:ea typeface="Lato" panose="020F0502020204030203" pitchFamily="34" charset="0"/>
                <a:cs typeface="Arial" panose="020B0604020202020204" pitchFamily="34" charset="0"/>
              </a:rPr>
              <a:t>Group Leader at LIOS, Riga, Latvia</a:t>
            </a:r>
            <a:endParaRPr lang="de-DE" sz="1600" dirty="0">
              <a:solidFill>
                <a:schemeClr val="tx2"/>
              </a:solidFill>
              <a:latin typeface="Arial" panose="020B0604020202020204" pitchFamily="34" charset="0"/>
              <a:ea typeface="Lato" panose="020F0502020204030203" pitchFamily="34" charset="0"/>
              <a:cs typeface="Arial" panose="020B0604020202020204" pitchFamily="34" charset="0"/>
            </a:endParaRPr>
          </a:p>
        </p:txBody>
      </p:sp>
      <p:pic>
        <p:nvPicPr>
          <p:cNvPr id="14" name="Grafik 13" descr="Ein Bild, das Menschliches Gesicht, Kleidung, Person, Mann enthält.&#10;&#10;KI-generierte Inhalte können fehlerhaft sein.">
            <a:extLst>
              <a:ext uri="{FF2B5EF4-FFF2-40B4-BE49-F238E27FC236}">
                <a16:creationId xmlns:a16="http://schemas.microsoft.com/office/drawing/2014/main" id="{F134780B-AE0A-0CC3-4CCC-6DA0B47E39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401" y="1356778"/>
            <a:ext cx="5079403" cy="3384152"/>
          </a:xfrm>
          <a:prstGeom prst="rect">
            <a:avLst/>
          </a:prstGeom>
        </p:spPr>
      </p:pic>
      <p:sp>
        <p:nvSpPr>
          <p:cNvPr id="15" name="Textfeld 14">
            <a:extLst>
              <a:ext uri="{FF2B5EF4-FFF2-40B4-BE49-F238E27FC236}">
                <a16:creationId xmlns:a16="http://schemas.microsoft.com/office/drawing/2014/main" id="{D909C23D-52A1-17D1-387D-933D66503AAC}"/>
              </a:ext>
            </a:extLst>
          </p:cNvPr>
          <p:cNvSpPr txBox="1"/>
          <p:nvPr/>
        </p:nvSpPr>
        <p:spPr>
          <a:xfrm>
            <a:off x="3890174" y="6423298"/>
            <a:ext cx="44116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rtl="0"/>
            <a:r>
              <a:rPr lang="de-DE" sz="1600" spc="600" dirty="0">
                <a:solidFill>
                  <a:schemeClr val="bg1"/>
                </a:solidFill>
                <a:latin typeface="Arial" panose="020B0604020202020204" pitchFamily="34" charset="0"/>
                <a:ea typeface="Lato" panose="020F0502020204030203" pitchFamily="34" charset="0"/>
                <a:cs typeface="Arial" panose="020B0604020202020204" pitchFamily="34" charset="0"/>
              </a:rPr>
              <a:t>www.physalia-courses.org</a:t>
            </a:r>
          </a:p>
        </p:txBody>
      </p:sp>
    </p:spTree>
    <p:extLst>
      <p:ext uri="{BB962C8B-B14F-4D97-AF65-F5344CB8AC3E}">
        <p14:creationId xmlns:p14="http://schemas.microsoft.com/office/powerpoint/2010/main" val="724004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feld 28"/>
          <p:cNvSpPr txBox="1"/>
          <p:nvPr/>
        </p:nvSpPr>
        <p:spPr>
          <a:xfrm>
            <a:off x="961228" y="1811629"/>
            <a:ext cx="8363927" cy="4959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80000"/>
              </a:lnSpc>
            </a:pPr>
            <a:r>
              <a:rPr lang="de-DE" sz="3200">
                <a:solidFill>
                  <a:schemeClr val="accent1"/>
                </a:solidFill>
                <a:latin typeface="Arial Black" panose="020B0A04020102020204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UNSERE PREMIUM-ANGEBOTE</a:t>
            </a:r>
          </a:p>
        </p:txBody>
      </p:sp>
      <p:pic>
        <p:nvPicPr>
          <p:cNvPr id="38" name="Bild 37" descr="Kaffeetassensymbol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721" y="2767583"/>
            <a:ext cx="343070" cy="494211"/>
          </a:xfrm>
          <a:prstGeom prst="rect">
            <a:avLst/>
          </a:prstGeom>
        </p:spPr>
      </p:pic>
      <p:sp>
        <p:nvSpPr>
          <p:cNvPr id="10" name="Rechteck 9"/>
          <p:cNvSpPr/>
          <p:nvPr/>
        </p:nvSpPr>
        <p:spPr>
          <a:xfrm>
            <a:off x="1838427" y="2870981"/>
            <a:ext cx="4257573" cy="39421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rtl="0">
              <a:lnSpc>
                <a:spcPct val="120000"/>
              </a:lnSpc>
            </a:pPr>
            <a:r>
              <a:rPr lang="de-DE" b="1">
                <a:solidFill>
                  <a:schemeClr val="bg1"/>
                </a:solidFill>
                <a:latin typeface="Arial" panose="020B0604020202020204" pitchFamily="34" charset="0"/>
                <a:ea typeface="Lato" panose="020F0502020204030203" pitchFamily="34" charset="0"/>
                <a:cs typeface="Arial" panose="020B0604020202020204" pitchFamily="34" charset="0"/>
              </a:rPr>
              <a:t>Abgepackter Gourmet-Kaffee</a:t>
            </a:r>
          </a:p>
        </p:txBody>
      </p:sp>
      <p:pic>
        <p:nvPicPr>
          <p:cNvPr id="31" name="Bild 30" descr="Kaffeetassensymbol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721" y="3359605"/>
            <a:ext cx="343070" cy="494211"/>
          </a:xfrm>
          <a:prstGeom prst="rect">
            <a:avLst/>
          </a:prstGeom>
        </p:spPr>
      </p:pic>
      <p:sp>
        <p:nvSpPr>
          <p:cNvPr id="32" name="Rechteck 31"/>
          <p:cNvSpPr/>
          <p:nvPr/>
        </p:nvSpPr>
        <p:spPr>
          <a:xfrm>
            <a:off x="1838427" y="3463003"/>
            <a:ext cx="3251201" cy="390813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rtl="0">
              <a:lnSpc>
                <a:spcPct val="120000"/>
              </a:lnSpc>
            </a:pPr>
            <a:r>
              <a:rPr lang="de-DE" b="1">
                <a:solidFill>
                  <a:schemeClr val="bg1"/>
                </a:solidFill>
                <a:latin typeface="Arial" panose="020B0604020202020204" pitchFamily="34" charset="0"/>
                <a:ea typeface="Lato" panose="020F0502020204030203" pitchFamily="34" charset="0"/>
                <a:cs typeface="Arial" panose="020B0604020202020204" pitchFamily="34" charset="0"/>
              </a:rPr>
              <a:t>Deluxe-Kaffeegetränke</a:t>
            </a:r>
          </a:p>
        </p:txBody>
      </p:sp>
      <p:pic>
        <p:nvPicPr>
          <p:cNvPr id="34" name="Bild 33" descr="Kaffeetassensymbol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721" y="3951627"/>
            <a:ext cx="343070" cy="494211"/>
          </a:xfrm>
          <a:prstGeom prst="rect">
            <a:avLst/>
          </a:prstGeom>
        </p:spPr>
      </p:pic>
      <p:sp>
        <p:nvSpPr>
          <p:cNvPr id="35" name="Rechteck 34"/>
          <p:cNvSpPr/>
          <p:nvPr/>
        </p:nvSpPr>
        <p:spPr>
          <a:xfrm>
            <a:off x="1838427" y="4055025"/>
            <a:ext cx="3251201" cy="390813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rtl="0">
              <a:lnSpc>
                <a:spcPct val="120000"/>
              </a:lnSpc>
            </a:pPr>
            <a:r>
              <a:rPr lang="de-DE" b="1">
                <a:solidFill>
                  <a:schemeClr val="bg1"/>
                </a:solidFill>
                <a:latin typeface="Arial" panose="020B0604020202020204" pitchFamily="34" charset="0"/>
                <a:ea typeface="Lato" panose="020F0502020204030203" pitchFamily="34" charset="0"/>
                <a:cs typeface="Arial" panose="020B0604020202020204" pitchFamily="34" charset="0"/>
              </a:rPr>
              <a:t>Erstklassige lokale Gerichte</a:t>
            </a:r>
          </a:p>
        </p:txBody>
      </p:sp>
      <p:pic>
        <p:nvPicPr>
          <p:cNvPr id="8" name="Bildplatzhalter 7" descr="Ein Bild, das Entwurf, Zeichnung, Lineart, Diagramm enthält.&#10;&#10;KI-generierte Inhalte können fehlerhaft sein.">
            <a:extLst>
              <a:ext uri="{FF2B5EF4-FFF2-40B4-BE49-F238E27FC236}">
                <a16:creationId xmlns:a16="http://schemas.microsoft.com/office/drawing/2014/main" id="{D60CF759-CEC7-DDA9-1476-2E318B1620E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-69850"/>
            <a:ext cx="12192000" cy="6858000"/>
          </a:xfrm>
          <a:blipFill>
            <a:blip r:embed="rId4"/>
            <a:stretch>
              <a:fillRect/>
            </a:stretch>
          </a:blipFill>
        </p:spPr>
      </p:pic>
      <p:sp>
        <p:nvSpPr>
          <p:cNvPr id="2" name="Titel 1" hidden="1">
            <a:extLst>
              <a:ext uri="{FF2B5EF4-FFF2-40B4-BE49-F238E27FC236}">
                <a16:creationId xmlns:a16="http://schemas.microsoft.com/office/drawing/2014/main" id="{C41CB517-0AF2-4424-9DD9-9F81B4C196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rtlCol="0"/>
          <a:lstStyle/>
          <a:p>
            <a:r>
              <a:rPr lang="de-DE"/>
              <a:t>Folie 6</a:t>
            </a:r>
          </a:p>
        </p:txBody>
      </p:sp>
      <p:sp>
        <p:nvSpPr>
          <p:cNvPr id="5" name="Rechteck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184208"/>
            <a:ext cx="12192000" cy="7042208"/>
          </a:xfrm>
          <a:prstGeom prst="rect">
            <a:avLst/>
          </a:prstGeom>
          <a:solidFill>
            <a:schemeClr val="tx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D2B3B2CA-423A-7D95-8158-2C86DF500212}"/>
              </a:ext>
            </a:extLst>
          </p:cNvPr>
          <p:cNvSpPr txBox="1"/>
          <p:nvPr/>
        </p:nvSpPr>
        <p:spPr>
          <a:xfrm>
            <a:off x="273374" y="64138"/>
            <a:ext cx="703910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rtl="0"/>
            <a:r>
              <a:rPr lang="de-DE" sz="5400" spc="600" dirty="0" err="1">
                <a:solidFill>
                  <a:schemeClr val="bg2"/>
                </a:solidFill>
                <a:latin typeface="Aptos Slab Black" panose="020F0502020204030204" pitchFamily="34" charset="0"/>
                <a:ea typeface="Lato" panose="020F0502020204030203" pitchFamily="34" charset="0"/>
                <a:cs typeface="Arial" panose="020B0604020202020204" pitchFamily="34" charset="0"/>
              </a:rPr>
              <a:t>Our</a:t>
            </a:r>
            <a:r>
              <a:rPr lang="de-DE" sz="5400" spc="600" dirty="0">
                <a:solidFill>
                  <a:schemeClr val="bg2"/>
                </a:solidFill>
                <a:latin typeface="Aptos Slab Black" panose="020F0502020204030204" pitchFamily="34" charset="0"/>
                <a:ea typeface="Lato" panose="020F0502020204030203" pitchFamily="34" charset="0"/>
                <a:cs typeface="Arial" panose="020B0604020202020204" pitchFamily="34" charset="0"/>
              </a:rPr>
              <a:t> 3-day </a:t>
            </a:r>
            <a:r>
              <a:rPr lang="de-DE" sz="5400" spc="600" dirty="0" err="1">
                <a:solidFill>
                  <a:schemeClr val="bg2"/>
                </a:solidFill>
                <a:latin typeface="Aptos Slab Black" panose="020F0502020204030204" pitchFamily="34" charset="0"/>
                <a:ea typeface="Lato" panose="020F0502020204030203" pitchFamily="34" charset="0"/>
                <a:cs typeface="Arial" panose="020B0604020202020204" pitchFamily="34" charset="0"/>
              </a:rPr>
              <a:t>course</a:t>
            </a:r>
            <a:endParaRPr lang="de-DE" sz="5400" spc="600" dirty="0">
              <a:solidFill>
                <a:schemeClr val="bg2"/>
              </a:solidFill>
              <a:latin typeface="Aptos Slab Black" panose="020F0502020204030204" pitchFamily="34" charset="0"/>
              <a:ea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80EBFF99-CD14-AD6A-F8B4-20EE14A03D09}"/>
              </a:ext>
            </a:extLst>
          </p:cNvPr>
          <p:cNvSpPr txBox="1"/>
          <p:nvPr/>
        </p:nvSpPr>
        <p:spPr>
          <a:xfrm>
            <a:off x="3967213" y="6449075"/>
            <a:ext cx="44116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rtl="0"/>
            <a:r>
              <a:rPr lang="de-DE" sz="1600" spc="600" dirty="0">
                <a:solidFill>
                  <a:schemeClr val="bg1"/>
                </a:solidFill>
                <a:latin typeface="Arial" panose="020B0604020202020204" pitchFamily="34" charset="0"/>
                <a:ea typeface="Lato" panose="020F0502020204030203" pitchFamily="34" charset="0"/>
                <a:cs typeface="Arial" panose="020B0604020202020204" pitchFamily="34" charset="0"/>
              </a:rPr>
              <a:t>www.physalia-courses.org</a:t>
            </a:r>
          </a:p>
        </p:txBody>
      </p:sp>
      <p:sp>
        <p:nvSpPr>
          <p:cNvPr id="14" name="文本框 20">
            <a:extLst>
              <a:ext uri="{FF2B5EF4-FFF2-40B4-BE49-F238E27FC236}">
                <a16:creationId xmlns:a16="http://schemas.microsoft.com/office/drawing/2014/main" id="{CD6D9EDA-6D67-DCB4-20E3-0E0738624B69}"/>
              </a:ext>
            </a:extLst>
          </p:cNvPr>
          <p:cNvSpPr txBox="1"/>
          <p:nvPr/>
        </p:nvSpPr>
        <p:spPr>
          <a:xfrm>
            <a:off x="389987" y="1396251"/>
            <a:ext cx="922115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Wingdings" panose="05000000000000000000" charset="0"/>
              <a:buChar char="Ø"/>
            </a:pPr>
            <a:r>
              <a:rPr lang="it-IT" sz="3200" b="1" dirty="0">
                <a:solidFill>
                  <a:srgbClr val="00B0F0"/>
                </a:solidFill>
                <a:latin typeface="+mj-lt"/>
                <a:sym typeface="+mn-ea"/>
              </a:rPr>
              <a:t>Live sessions  9.30 – 16.30 (</a:t>
            </a:r>
            <a:r>
              <a:rPr lang="it-IT" sz="3200" b="1" dirty="0" err="1">
                <a:solidFill>
                  <a:srgbClr val="00B0F0"/>
                </a:solidFill>
                <a:latin typeface="+mj-lt"/>
                <a:sym typeface="+mn-ea"/>
              </a:rPr>
              <a:t>Barcelona</a:t>
            </a:r>
            <a:r>
              <a:rPr lang="it-IT" sz="3200" b="1" dirty="0">
                <a:solidFill>
                  <a:srgbClr val="00B0F0"/>
                </a:solidFill>
                <a:latin typeface="+mj-lt"/>
                <a:sym typeface="+mn-ea"/>
              </a:rPr>
              <a:t> time) </a:t>
            </a:r>
          </a:p>
          <a:p>
            <a:pPr marL="342900" indent="-342900" algn="l">
              <a:buFont typeface="Wingdings" panose="05000000000000000000" charset="0"/>
              <a:buChar char="Ø"/>
            </a:pPr>
            <a:endParaRPr lang="it-IT" sz="3200" b="1" dirty="0">
              <a:solidFill>
                <a:srgbClr val="00B0F0"/>
              </a:solidFill>
              <a:latin typeface="+mj-lt"/>
            </a:endParaRPr>
          </a:p>
          <a:p>
            <a:pPr marL="342900" indent="-342900">
              <a:buFont typeface="Wingdings" panose="05000000000000000000" charset="0"/>
              <a:buChar char="Ø"/>
            </a:pPr>
            <a:r>
              <a:rPr lang="it-IT" sz="3200" b="1" dirty="0">
                <a:solidFill>
                  <a:srgbClr val="00B0F0"/>
                </a:solidFill>
                <a:latin typeface="+mj-lt"/>
                <a:sym typeface="+mn-ea"/>
              </a:rPr>
              <a:t>2 coffee breaks and a lunch break - </a:t>
            </a:r>
            <a:r>
              <a:rPr lang="de-DE" sz="3200" dirty="0">
                <a:solidFill>
                  <a:srgbClr val="00B0F0"/>
                </a:solidFill>
              </a:rPr>
              <a:t>12:45 – 13:45</a:t>
            </a:r>
          </a:p>
          <a:p>
            <a:pPr marL="342900" indent="-342900">
              <a:buFont typeface="Wingdings" panose="05000000000000000000" charset="0"/>
              <a:buChar char="Ø"/>
            </a:pPr>
            <a:endParaRPr lang="it-IT" sz="3200" b="1" dirty="0">
              <a:solidFill>
                <a:srgbClr val="00B0F0"/>
              </a:solidFill>
              <a:latin typeface="+mj-lt"/>
            </a:endParaRPr>
          </a:p>
          <a:p>
            <a:pPr marL="342900" indent="-342900" algn="l">
              <a:buFont typeface="Wingdings" panose="05000000000000000000" charset="0"/>
              <a:buChar char="Ø"/>
            </a:pPr>
            <a:r>
              <a:rPr lang="it-IT" sz="3200" b="1" dirty="0" err="1">
                <a:solidFill>
                  <a:srgbClr val="00B0F0"/>
                </a:solidFill>
                <a:latin typeface="+mj-lt"/>
                <a:sym typeface="+mn-ea"/>
              </a:rPr>
              <a:t>Please</a:t>
            </a:r>
            <a:r>
              <a:rPr lang="it-IT" sz="3200" b="1" dirty="0">
                <a:solidFill>
                  <a:srgbClr val="00B0F0"/>
                </a:solidFill>
                <a:latin typeface="+mj-lt"/>
                <a:sym typeface="+mn-ea"/>
              </a:rPr>
              <a:t> do </a:t>
            </a:r>
            <a:r>
              <a:rPr lang="it-IT" sz="3200" b="1" dirty="0" err="1">
                <a:solidFill>
                  <a:srgbClr val="00B0F0"/>
                </a:solidFill>
                <a:latin typeface="+mj-lt"/>
                <a:sym typeface="+mn-ea"/>
              </a:rPr>
              <a:t>not</a:t>
            </a:r>
            <a:r>
              <a:rPr lang="it-IT" sz="3200" b="1" dirty="0">
                <a:solidFill>
                  <a:srgbClr val="00B0F0"/>
                </a:solidFill>
                <a:latin typeface="+mj-lt"/>
                <a:sym typeface="+mn-ea"/>
              </a:rPr>
              <a:t> </a:t>
            </a:r>
            <a:r>
              <a:rPr lang="it-IT" sz="3200" b="1" dirty="0" err="1">
                <a:solidFill>
                  <a:srgbClr val="00B0F0"/>
                </a:solidFill>
                <a:latin typeface="+mj-lt"/>
                <a:sym typeface="+mn-ea"/>
              </a:rPr>
              <a:t>bring</a:t>
            </a:r>
            <a:r>
              <a:rPr lang="it-IT" sz="3200" b="1" dirty="0">
                <a:solidFill>
                  <a:srgbClr val="00B0F0"/>
                </a:solidFill>
                <a:latin typeface="+mj-lt"/>
                <a:sym typeface="+mn-ea"/>
              </a:rPr>
              <a:t> food to </a:t>
            </a:r>
            <a:r>
              <a:rPr lang="it-IT" sz="3200" b="1" dirty="0" err="1">
                <a:solidFill>
                  <a:srgbClr val="00B0F0"/>
                </a:solidFill>
                <a:latin typeface="+mj-lt"/>
                <a:sym typeface="+mn-ea"/>
              </a:rPr>
              <a:t>this</a:t>
            </a:r>
            <a:r>
              <a:rPr lang="it-IT" sz="3200" b="1" dirty="0">
                <a:solidFill>
                  <a:srgbClr val="00B0F0"/>
                </a:solidFill>
                <a:latin typeface="+mj-lt"/>
                <a:sym typeface="+mn-ea"/>
              </a:rPr>
              <a:t> room!</a:t>
            </a:r>
          </a:p>
          <a:p>
            <a:pPr marL="342900" indent="-342900" algn="l">
              <a:buFont typeface="Wingdings" panose="05000000000000000000" charset="0"/>
              <a:buChar char="Ø"/>
            </a:pPr>
            <a:endParaRPr lang="it-IT" sz="3200" b="1" dirty="0">
              <a:solidFill>
                <a:srgbClr val="00B0F0"/>
              </a:solidFill>
              <a:latin typeface="+mj-lt"/>
            </a:endParaRPr>
          </a:p>
          <a:p>
            <a:pPr marL="342900" indent="-342900" algn="l">
              <a:buFont typeface="Wingdings" panose="05000000000000000000" charset="0"/>
              <a:buChar char="Ø"/>
            </a:pPr>
            <a:r>
              <a:rPr lang="it-IT" sz="3200" b="1" dirty="0">
                <a:solidFill>
                  <a:srgbClr val="00B0F0"/>
                </a:solidFill>
                <a:latin typeface="+mj-lt"/>
                <a:sym typeface="+mn-ea"/>
              </a:rPr>
              <a:t>Certificate of attendance</a:t>
            </a:r>
          </a:p>
          <a:p>
            <a:pPr marL="342900" indent="-342900" algn="l">
              <a:buFont typeface="Wingdings" panose="05000000000000000000" charset="0"/>
              <a:buChar char="Ø"/>
            </a:pPr>
            <a:endParaRPr lang="it-IT" sz="3200" b="1" dirty="0">
              <a:solidFill>
                <a:srgbClr val="00B0F0"/>
              </a:solidFill>
              <a:latin typeface="+mj-lt"/>
            </a:endParaRPr>
          </a:p>
          <a:p>
            <a:pPr marL="342900" indent="-342900" algn="l">
              <a:buFont typeface="Wingdings" panose="05000000000000000000" charset="0"/>
              <a:buChar char="Ø"/>
            </a:pPr>
            <a:r>
              <a:rPr lang="it-IT" sz="3200" b="1" dirty="0">
                <a:solidFill>
                  <a:srgbClr val="00B0F0"/>
                </a:solidFill>
                <a:latin typeface="+mj-lt"/>
                <a:sym typeface="+mn-ea"/>
              </a:rPr>
              <a:t>Google Group</a:t>
            </a:r>
            <a:endParaRPr lang="it-IT" sz="3200" b="1" dirty="0">
              <a:solidFill>
                <a:srgbClr val="00B0F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387617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F6D81E-5241-E8C4-7AB0-DCDD7EDA3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feld 28">
            <a:extLst>
              <a:ext uri="{FF2B5EF4-FFF2-40B4-BE49-F238E27FC236}">
                <a16:creationId xmlns:a16="http://schemas.microsoft.com/office/drawing/2014/main" id="{7AC34090-2BDA-FF5A-6271-398A9E7149BD}"/>
              </a:ext>
            </a:extLst>
          </p:cNvPr>
          <p:cNvSpPr txBox="1"/>
          <p:nvPr/>
        </p:nvSpPr>
        <p:spPr>
          <a:xfrm>
            <a:off x="961228" y="1811629"/>
            <a:ext cx="8363927" cy="4959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80000"/>
              </a:lnSpc>
            </a:pPr>
            <a:r>
              <a:rPr lang="de-DE" sz="3200">
                <a:solidFill>
                  <a:schemeClr val="accent1"/>
                </a:solidFill>
                <a:latin typeface="Arial Black" panose="020B0A04020102020204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UNSERE PREMIUM-ANGEBOTE</a:t>
            </a:r>
          </a:p>
        </p:txBody>
      </p:sp>
      <p:pic>
        <p:nvPicPr>
          <p:cNvPr id="38" name="Bild 37" descr="Kaffeetassensymbol">
            <a:extLst>
              <a:ext uri="{FF2B5EF4-FFF2-40B4-BE49-F238E27FC236}">
                <a16:creationId xmlns:a16="http://schemas.microsoft.com/office/drawing/2014/main" id="{747E0004-9798-D392-ED89-BCA6CB57C5AD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721" y="2767583"/>
            <a:ext cx="343070" cy="494211"/>
          </a:xfrm>
          <a:prstGeom prst="rect">
            <a:avLst/>
          </a:prstGeom>
        </p:spPr>
      </p:pic>
      <p:sp>
        <p:nvSpPr>
          <p:cNvPr id="10" name="Rechteck 9">
            <a:extLst>
              <a:ext uri="{FF2B5EF4-FFF2-40B4-BE49-F238E27FC236}">
                <a16:creationId xmlns:a16="http://schemas.microsoft.com/office/drawing/2014/main" id="{9376A6B4-E3B9-CAA5-FD26-AB4763BA194C}"/>
              </a:ext>
            </a:extLst>
          </p:cNvPr>
          <p:cNvSpPr/>
          <p:nvPr/>
        </p:nvSpPr>
        <p:spPr>
          <a:xfrm>
            <a:off x="1838427" y="2870981"/>
            <a:ext cx="4257573" cy="39421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rtl="0">
              <a:lnSpc>
                <a:spcPct val="120000"/>
              </a:lnSpc>
            </a:pPr>
            <a:r>
              <a:rPr lang="de-DE" b="1">
                <a:solidFill>
                  <a:schemeClr val="bg1"/>
                </a:solidFill>
                <a:latin typeface="Arial" panose="020B0604020202020204" pitchFamily="34" charset="0"/>
                <a:ea typeface="Lato" panose="020F0502020204030203" pitchFamily="34" charset="0"/>
                <a:cs typeface="Arial" panose="020B0604020202020204" pitchFamily="34" charset="0"/>
              </a:rPr>
              <a:t>Abgepackter Gourmet-Kaffee</a:t>
            </a:r>
          </a:p>
        </p:txBody>
      </p:sp>
      <p:pic>
        <p:nvPicPr>
          <p:cNvPr id="31" name="Bild 30" descr="Kaffeetassensymbol">
            <a:extLst>
              <a:ext uri="{FF2B5EF4-FFF2-40B4-BE49-F238E27FC236}">
                <a16:creationId xmlns:a16="http://schemas.microsoft.com/office/drawing/2014/main" id="{E1B5261C-C326-2E5D-B49F-E7272DFF5E85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721" y="3359605"/>
            <a:ext cx="343070" cy="494211"/>
          </a:xfrm>
          <a:prstGeom prst="rect">
            <a:avLst/>
          </a:prstGeom>
        </p:spPr>
      </p:pic>
      <p:sp>
        <p:nvSpPr>
          <p:cNvPr id="32" name="Rechteck 31">
            <a:extLst>
              <a:ext uri="{FF2B5EF4-FFF2-40B4-BE49-F238E27FC236}">
                <a16:creationId xmlns:a16="http://schemas.microsoft.com/office/drawing/2014/main" id="{8AE0A864-469F-F72E-EF6B-A6CFAF971CAB}"/>
              </a:ext>
            </a:extLst>
          </p:cNvPr>
          <p:cNvSpPr/>
          <p:nvPr/>
        </p:nvSpPr>
        <p:spPr>
          <a:xfrm>
            <a:off x="1838427" y="3463003"/>
            <a:ext cx="3251201" cy="390813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rtl="0">
              <a:lnSpc>
                <a:spcPct val="120000"/>
              </a:lnSpc>
            </a:pPr>
            <a:r>
              <a:rPr lang="de-DE" b="1">
                <a:solidFill>
                  <a:schemeClr val="bg1"/>
                </a:solidFill>
                <a:latin typeface="Arial" panose="020B0604020202020204" pitchFamily="34" charset="0"/>
                <a:ea typeface="Lato" panose="020F0502020204030203" pitchFamily="34" charset="0"/>
                <a:cs typeface="Arial" panose="020B0604020202020204" pitchFamily="34" charset="0"/>
              </a:rPr>
              <a:t>Deluxe-Kaffeegetränke</a:t>
            </a:r>
          </a:p>
        </p:txBody>
      </p:sp>
      <p:pic>
        <p:nvPicPr>
          <p:cNvPr id="34" name="Bild 33" descr="Kaffeetassensymbol">
            <a:extLst>
              <a:ext uri="{FF2B5EF4-FFF2-40B4-BE49-F238E27FC236}">
                <a16:creationId xmlns:a16="http://schemas.microsoft.com/office/drawing/2014/main" id="{1263D6DF-CAF1-86E0-4EF4-CABA0BFF40E9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721" y="3951627"/>
            <a:ext cx="343070" cy="494211"/>
          </a:xfrm>
          <a:prstGeom prst="rect">
            <a:avLst/>
          </a:prstGeom>
        </p:spPr>
      </p:pic>
      <p:sp>
        <p:nvSpPr>
          <p:cNvPr id="35" name="Rechteck 34">
            <a:extLst>
              <a:ext uri="{FF2B5EF4-FFF2-40B4-BE49-F238E27FC236}">
                <a16:creationId xmlns:a16="http://schemas.microsoft.com/office/drawing/2014/main" id="{158BD7AD-3EBE-94EF-C320-55B00180F761}"/>
              </a:ext>
            </a:extLst>
          </p:cNvPr>
          <p:cNvSpPr/>
          <p:nvPr/>
        </p:nvSpPr>
        <p:spPr>
          <a:xfrm>
            <a:off x="1838427" y="4055025"/>
            <a:ext cx="3251201" cy="390813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rtl="0">
              <a:lnSpc>
                <a:spcPct val="120000"/>
              </a:lnSpc>
            </a:pPr>
            <a:r>
              <a:rPr lang="de-DE" b="1">
                <a:solidFill>
                  <a:schemeClr val="bg1"/>
                </a:solidFill>
                <a:latin typeface="Arial" panose="020B0604020202020204" pitchFamily="34" charset="0"/>
                <a:ea typeface="Lato" panose="020F0502020204030203" pitchFamily="34" charset="0"/>
                <a:cs typeface="Arial" panose="020B0604020202020204" pitchFamily="34" charset="0"/>
              </a:rPr>
              <a:t>Erstklassige lokale Gerichte</a:t>
            </a:r>
          </a:p>
        </p:txBody>
      </p:sp>
      <p:pic>
        <p:nvPicPr>
          <p:cNvPr id="8" name="Bildplatzhalter 7" descr="Ein Bild, das Entwurf, Zeichnung, Lineart, Diagramm enthält.&#10;&#10;KI-generierte Inhalte können fehlerhaft sein.">
            <a:extLst>
              <a:ext uri="{FF2B5EF4-FFF2-40B4-BE49-F238E27FC236}">
                <a16:creationId xmlns:a16="http://schemas.microsoft.com/office/drawing/2014/main" id="{398FC006-D036-4FE4-6C9F-D2BC7720029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-69850"/>
            <a:ext cx="12192000" cy="6858000"/>
          </a:xfrm>
          <a:blipFill>
            <a:blip r:embed="rId4"/>
            <a:stretch>
              <a:fillRect/>
            </a:stretch>
          </a:blipFill>
        </p:spPr>
      </p:pic>
      <p:sp>
        <p:nvSpPr>
          <p:cNvPr id="2" name="Titel 1" hidden="1">
            <a:extLst>
              <a:ext uri="{FF2B5EF4-FFF2-40B4-BE49-F238E27FC236}">
                <a16:creationId xmlns:a16="http://schemas.microsoft.com/office/drawing/2014/main" id="{5D95478C-52A2-60AF-5C93-124F95F4C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rtlCol="0"/>
          <a:lstStyle/>
          <a:p>
            <a:r>
              <a:rPr lang="de-DE"/>
              <a:t>Folie 6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DDC8EE2A-F3A7-057B-4F29-B37EEF6D8C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184208"/>
            <a:ext cx="12192000" cy="7042208"/>
          </a:xfrm>
          <a:prstGeom prst="rect">
            <a:avLst/>
          </a:prstGeom>
          <a:solidFill>
            <a:schemeClr val="tx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41D8A882-6C9D-7507-F746-9FA8E587F494}"/>
              </a:ext>
            </a:extLst>
          </p:cNvPr>
          <p:cNvSpPr txBox="1"/>
          <p:nvPr/>
        </p:nvSpPr>
        <p:spPr>
          <a:xfrm>
            <a:off x="3967213" y="6449075"/>
            <a:ext cx="44116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rtl="0"/>
            <a:r>
              <a:rPr lang="de-DE" sz="1600" spc="600" dirty="0">
                <a:solidFill>
                  <a:schemeClr val="bg1"/>
                </a:solidFill>
                <a:latin typeface="Arial" panose="020B0604020202020204" pitchFamily="34" charset="0"/>
                <a:ea typeface="Lato" panose="020F0502020204030203" pitchFamily="34" charset="0"/>
                <a:cs typeface="Arial" panose="020B0604020202020204" pitchFamily="34" charset="0"/>
              </a:rPr>
              <a:t>www.physalia-courses.org</a:t>
            </a:r>
          </a:p>
        </p:txBody>
      </p:sp>
      <p:pic>
        <p:nvPicPr>
          <p:cNvPr id="3" name="Picture 2" descr="Please Tell me more about yourself. - Willy Wonka Sarcasm Meme Meme  Generator">
            <a:extLst>
              <a:ext uri="{FF2B5EF4-FFF2-40B4-BE49-F238E27FC236}">
                <a16:creationId xmlns:a16="http://schemas.microsoft.com/office/drawing/2014/main" id="{36C7278D-3385-9F82-D99E-2C3F916FA5A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" b="6218"/>
          <a:stretch>
            <a:fillRect/>
          </a:stretch>
        </p:blipFill>
        <p:spPr bwMode="auto">
          <a:xfrm>
            <a:off x="6597378" y="1381579"/>
            <a:ext cx="4542980" cy="4094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Segnaposto contenuto 2">
            <a:extLst>
              <a:ext uri="{FF2B5EF4-FFF2-40B4-BE49-F238E27FC236}">
                <a16:creationId xmlns:a16="http://schemas.microsoft.com/office/drawing/2014/main" id="{10FCAB88-D032-7F0B-D4B9-5B2261321C1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0093492"/>
              </p:ext>
            </p:extLst>
          </p:nvPr>
        </p:nvGraphicFramePr>
        <p:xfrm>
          <a:off x="1106959" y="696687"/>
          <a:ext cx="4412099" cy="52692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  <p:extLst>
      <p:ext uri="{BB962C8B-B14F-4D97-AF65-F5344CB8AC3E}">
        <p14:creationId xmlns:p14="http://schemas.microsoft.com/office/powerpoint/2010/main" val="2817316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-Design">
  <a:themeElements>
    <a:clrScheme name="Custom 1">
      <a:dk1>
        <a:srgbClr val="000000"/>
      </a:dk1>
      <a:lt1>
        <a:srgbClr val="FFFFFF"/>
      </a:lt1>
      <a:dk2>
        <a:srgbClr val="2F2F2F"/>
      </a:dk2>
      <a:lt2>
        <a:srgbClr val="E6E6E6"/>
      </a:lt2>
      <a:accent1>
        <a:srgbClr val="D83B01"/>
      </a:accent1>
      <a:accent2>
        <a:srgbClr val="2F2F2F"/>
      </a:accent2>
      <a:accent3>
        <a:srgbClr val="D2D2D2"/>
      </a:accent3>
      <a:accent4>
        <a:srgbClr val="E6E6E6"/>
      </a:accent4>
      <a:accent5>
        <a:srgbClr val="000000"/>
      </a:accent5>
      <a:accent6>
        <a:srgbClr val="D83B01"/>
      </a:accent6>
      <a:hlink>
        <a:srgbClr val="D83B01"/>
      </a:hlink>
      <a:folHlink>
        <a:srgbClr val="D83B01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50398853_TF16401884_Win32" id="{B2244745-9F09-42F0-B035-AAA7A4C9C707}" vid="{DACA467F-2527-4F29-9277-FD42B95C2530}"/>
    </a:ext>
  </a:extLst>
</a:theme>
</file>

<file path=ppt/theme/theme2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3510E7F-70F5-4475-850F-7F9C0A821B3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AC98A6E-22EC-4DD4-9EEB-7896057C12A3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CBCEF3AB-10D4-49E3-B75C-776D60141D7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Geschäftsverkaufspräsentation im Café</Template>
  <TotalTime>0</TotalTime>
  <Words>123</Words>
  <Application>Microsoft Office PowerPoint</Application>
  <PresentationFormat>Breitbild</PresentationFormat>
  <Paragraphs>38</Paragraphs>
  <Slides>5</Slides>
  <Notes>4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11" baseType="lpstr">
      <vt:lpstr>Aptos Slab Black</vt:lpstr>
      <vt:lpstr>Arial</vt:lpstr>
      <vt:lpstr>Arial Black</vt:lpstr>
      <vt:lpstr>Calibri</vt:lpstr>
      <vt:lpstr>Wingdings</vt:lpstr>
      <vt:lpstr>Office-Design</vt:lpstr>
      <vt:lpstr>Folie 1</vt:lpstr>
      <vt:lpstr>Folie 2</vt:lpstr>
      <vt:lpstr>PowerPoint-Präsentation</vt:lpstr>
      <vt:lpstr>Folie 6</vt:lpstr>
      <vt:lpstr>Folie 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carlo pecoraro</dc:creator>
  <cp:lastModifiedBy>carlo pecoraro</cp:lastModifiedBy>
  <cp:revision>4</cp:revision>
  <dcterms:created xsi:type="dcterms:W3CDTF">2025-12-03T16:17:11Z</dcterms:created>
  <dcterms:modified xsi:type="dcterms:W3CDTF">2025-12-14T20:38:47Z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